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各模块测试通过率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测试通过率</c:v>
                </c:pt>
              </c:strCache>
            </c:strRef>
          </c:tx>
          <c:spPr>
            <a:solidFill>
              <a:srgbClr val="328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BE1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功能测试</c:v>
                  </c:pt>
                  <c:pt idx="1">
                    <c:v>性能测试</c:v>
                  </c:pt>
                  <c:pt idx="2">
                    <c:v>压力测试</c:v>
                  </c:pt>
                  <c:pt idx="3">
                    <c:v>安全测试</c:v>
                  </c:pt>
                  <c:pt idx="4">
                    <c:v>兼容测试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95</c:v>
                </c:pt>
                <c:pt idx="2">
                  <c:v>92</c:v>
                </c:pt>
                <c:pt idx="3">
                  <c:v>96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BBE1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4C7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3A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基于SCADA系统的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工业监控平台设计与实现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毕业设计答辩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4114800"/>
            <a:ext cx="4572000" cy="731520"/>
          </a:xfrm>
          <a:prstGeom prst="rect">
            <a:avLst>
              <a:gd name="adj" fmla="val 6250"/>
            </a:avLst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汇报人：XXX    |    指导教师：XXX    |    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548640" cy="54864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系统需求与目标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整体架构设计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548640" cy="54864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778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核心技术方案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548640" cy="54864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系统实现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功能模块开发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548640" cy="54864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系统测试与结果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82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工业4.0推动智能制造转型升级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SCADA系统在工业监控中的核心地位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传统监控系统存在实时性不足问题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数据可视化需求日益增长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远程监控与智能预警成为趋势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54864" cy="347472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研究意义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提升工业生产监控效率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实现数据实时采集与分析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降低人工巡检成本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提高异常响应速度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为智能决策提供数据支撑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82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365760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457200" cy="457200"/>
          </a:xfrm>
          <a:prstGeom prst="oval">
            <a:avLst/>
          </a:prstGeom>
          <a:solidFill>
            <a:srgbClr val="3282B8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功能需求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实时数据采集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历史数据查询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报警管理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趋势曲线显示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用户权限管理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报表生成导出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3657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54864" cy="3657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280160"/>
            <a:ext cx="457200" cy="457200"/>
          </a:xfrm>
          <a:prstGeom prst="oval">
            <a:avLst/>
          </a:prstGeom>
          <a:solidFill>
            <a:srgbClr val="00B894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性能需求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92024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响应时间 &lt; 1s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支持1000+点位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7×24小时运行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数据存储1年+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99.9%可用性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并发用户50+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3657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54864" cy="365760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280160"/>
            <a:ext cx="457200" cy="457200"/>
          </a:xfrm>
          <a:prstGeom prst="oval">
            <a:avLst/>
          </a:prstGeom>
          <a:solidFill>
            <a:srgbClr val="FDCB6E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技术需求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Modbus通信协议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Web前端展示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数据库设计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OPC接口集成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安全认证机制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跨平台兼容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1005840"/>
          </a:xfrm>
          <a:prstGeom prst="rect">
            <a:avLst/>
          </a:prstGeom>
          <a:solidFill>
            <a:srgbClr val="3282B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188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Web前端 | 数据可视化 | 报表展示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282B8"/>
                </a:solidFill>
              </a:rPr>
              <a:t>▼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2377440"/>
            <a:ext cx="6400800" cy="100584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 | 逻辑控制 | 报警管理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282B8"/>
                </a:solidFill>
              </a:rPr>
              <a:t>▼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3657600"/>
            <a:ext cx="6400800" cy="100584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3749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3749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实时数据库 | 历史数据库 | 配置库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82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17320"/>
            <a:ext cx="731520" cy="731520"/>
          </a:xfrm>
          <a:prstGeom prst="oval">
            <a:avLst/>
          </a:prstGeom>
          <a:solidFill>
            <a:srgbClr val="3282B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Modbus通信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实现PLC与上位机的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数据交互协议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417320"/>
            <a:ext cx="731520" cy="731520"/>
          </a:xfrm>
          <a:prstGeom prst="oval">
            <a:avLst/>
          </a:prstGeom>
          <a:solidFill>
            <a:srgbClr val="3282B8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实时数据库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高速存储与查询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时序数据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46120"/>
            <a:ext cx="731520" cy="731520"/>
          </a:xfrm>
          <a:prstGeom prst="oval">
            <a:avLst/>
          </a:prstGeom>
          <a:solidFill>
            <a:srgbClr val="3282B8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Web可视化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基于ECharts的数据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图表展示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3246120"/>
            <a:ext cx="731520" cy="731520"/>
          </a:xfrm>
          <a:prstGeom prst="oval">
            <a:avLst/>
          </a:prstGeom>
          <a:solidFill>
            <a:srgbClr val="3282B8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服务端实时推送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数据更新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系统实现 - 数据采集模块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828800" cy="12801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325880"/>
            <a:ext cx="457200" cy="45720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协议解析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RTU/TCP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282B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51760" y="1188720"/>
            <a:ext cx="1828800" cy="12801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457200" cy="45720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轮询读取寄存器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1554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282B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1828800" cy="12801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325880"/>
            <a:ext cx="457200" cy="45720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标度变换/滤波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554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282B8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040880" y="1188720"/>
            <a:ext cx="1828800" cy="12801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80960" y="1325880"/>
            <a:ext cx="457200" cy="457200"/>
          </a:xfrm>
          <a:prstGeom prst="oval">
            <a:avLst/>
          </a:prstGeom>
          <a:solidFill>
            <a:srgbClr val="3282B8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写入实时数据库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926080"/>
            <a:ext cx="54864" cy="182880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采集性能指标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数据点位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74320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采集周期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7548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数据完整率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3566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76656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通信协议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182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F4C75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097280"/>
            <a:ext cx="3383280" cy="32004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097280"/>
            <a:ext cx="54864" cy="320040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测试总结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5778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总测试用例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778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通过数量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237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通过率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2376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5778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缺陷数量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2376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778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严重缺陷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2376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3200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主要成果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完成SCADA监控平台开发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实现Modbus协议数据采集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开发Web端数据可视化界面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实现报警管理与历史查询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通过全部功能与性能测试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4864" cy="320040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C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集成AI智能预警算法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支持更多工业协议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开发移动端监控应用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引入边缘计算架构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构建数字孪生系统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BE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敬请指导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3840480"/>
            <a:ext cx="4572000" cy="731520"/>
          </a:xfrm>
          <a:prstGeom prst="rect">
            <a:avLst>
              <a:gd name="adj" fmla="val 6250"/>
            </a:avLst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SCADA工业监控平台  |  毕业设计答辩  | 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基于SCADA系统的工业监控平台设计与实现</dc:title>
  <dc:subject>PptxGenJS Presentation</dc:subject>
  <dc:creator>SCADA毕业设计</dc:creator>
  <cp:lastModifiedBy>SCADA毕业设计</cp:lastModifiedBy>
  <cp:revision>1</cp:revision>
  <dcterms:created xsi:type="dcterms:W3CDTF">2026-05-27T12:25:40Z</dcterms:created>
  <dcterms:modified xsi:type="dcterms:W3CDTF">2026-05-27T12:25:40Z</dcterms:modified>
</cp:coreProperties>
</file>